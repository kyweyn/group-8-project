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56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215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Website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2 - Project Planning and System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 Wayne Darjuan - Database Designer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Alpeshbhai Patel - Backend Planner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Daiju Saji - Frontend Designer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where travelers can book hotel rooms online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hotels by city, check-in/check-out dates and number of guests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rooms of a hotel with prices and book one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price is calculated automatically (price per night x nights)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see all their bookings, change the dates or cancel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challenge: </a:t>
            </a: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room should never be booked twice for the same dates (double booking).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- Why MySQL?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9692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+ Express.js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JavaScript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51460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is relational - users, hotels, rooms and bookings are all connected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(InnoDB engine): a booking always points to a real user and a real room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(InnoDB): availability check + insert happen in one step, so two people can't book the same room at the same time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(MySQL 8): rules like check_out_date &gt; check_in_date are checked by the database itself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doesn't enforce relationships, we would have to code all the checks ourselves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- 5 Tables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7919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name, email,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hotels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hotel_id, name, city, star_rating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types of each hotel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room_id, hotel_id (FK), type, price_per_night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reservations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booking_id, user_id (FK), room_id (FK), check_in/out, total_price,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(optional)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 and comments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review_id, user_id (FK), hotel_id (FK), 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4069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hotel has many rooms, one user has many bookings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belongs to one user and one room - with the date CHECK and transactions this stops double bookings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</a:t>
            </a:r>
            <a:endParaRPr lang="en-US" sz="1200" dirty="0"/>
          </a:p>
        </p:txBody>
      </p:sp>
      <p:pic>
        <p:nvPicPr>
          <p:cNvPr id="4" name="Image 0" descr="/sessions/hopeful-awesome-babbage/mnt/MiniCapstone/database/hotel_booking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51560"/>
            <a:ext cx="6574536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draw.io (source: database/hotel_booking.drawio)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- 6 Pages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Daiju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- search with city, dates and guests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Listing - search results as cards (data listing)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Details - rooms of one hotel with prices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 - user info + total price before confirming (data entry)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 - all bookings with status, edit and cancel (data listing)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Booking - change dates or cancel (edit/update)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 Home → Hotel Listing → Room Details → Booking Form → My Bookings ↔ Edit Booking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Figma. The next two slides show the top of each page, the full pages are in the report.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Daiju</a:t>
            </a:r>
            <a:endParaRPr lang="en-US" sz="1200" dirty="0"/>
          </a:p>
        </p:txBody>
      </p:sp>
      <p:pic>
        <p:nvPicPr>
          <p:cNvPr id="4" name="Image 0" descr="/tmp/wfcrop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005840"/>
            <a:ext cx="1673352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pic>
        <p:nvPicPr>
          <p:cNvPr id="6" name="Image 1" descr="/tmp/wfcrop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1005840"/>
            <a:ext cx="1673352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184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Listing</a:t>
            </a:r>
            <a:endParaRPr lang="en-US" sz="1300" dirty="0"/>
          </a:p>
        </p:txBody>
      </p:sp>
      <p:pic>
        <p:nvPicPr>
          <p:cNvPr id="8" name="Image 2" descr="/tmp/wfcrop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1005840"/>
            <a:ext cx="1673352" cy="3429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72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Details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Daiju</a:t>
            </a:r>
            <a:endParaRPr lang="en-US" sz="1200" dirty="0"/>
          </a:p>
        </p:txBody>
      </p:sp>
      <p:pic>
        <p:nvPicPr>
          <p:cNvPr id="4" name="Image 0" descr="/tmp/wfcrop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005840"/>
            <a:ext cx="1673352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</a:t>
            </a:r>
            <a:endParaRPr lang="en-US" sz="1300" dirty="0"/>
          </a:p>
        </p:txBody>
      </p:sp>
      <p:pic>
        <p:nvPicPr>
          <p:cNvPr id="6" name="Image 1" descr="/tmp/wfcrop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1005840"/>
            <a:ext cx="1673352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184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</a:t>
            </a:r>
            <a:endParaRPr lang="en-US" sz="1300" dirty="0"/>
          </a:p>
        </p:txBody>
      </p:sp>
      <p:pic>
        <p:nvPicPr>
          <p:cNvPr id="8" name="Image 2" descr="/tmp/wfcrop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1005840"/>
            <a:ext cx="1673352" cy="3429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72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Booking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API Routes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3017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/hotels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all hotels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/hotels/:id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hotel with its rooms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/search?city=&amp;checkin=&amp;checkout=&amp;guests=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city, dates, guests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/rooms/:id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 of one room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booking (in a transaction)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/users/:userId/bookings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bookings of one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booking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the 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(status = cancelled)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from Milestone 1: /bookings/:userId and /bookings/:id looked the same to Express, so the user list moved to /users/:userId/bookings.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Backend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server.ts        starts Express, loads the routes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db/pool.ts       connection to MySQL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routes/          one file per resource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controllers/     handle the requests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models/          the SQL queries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middleware/      validation and errors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goes: route -&gt; controller -&gt; model (SQL) -&gt; JSON answer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JSON, for example POST /bookings sends the userId, roomId and the dates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uses fetch() in JavaScript to call the routes (built in Milestone 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 Wayne Darjuan (Database Designer) - database choice, tables, ERD, documentation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Alpeshbhai Patel (Backend Planner) - API routes, Express structure, technical documentation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Daiju Saji (Frontend Designer) - wireframes, UI planning, 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Microsoft Office PowerPoint</Application>
  <PresentationFormat>On-screen Show (16:9)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Website - Milestone 2</dc:title>
  <dc:subject>PptxGenJS Presentation</dc:subject>
  <dc:creator>PptxGenJS</dc:creator>
  <cp:lastModifiedBy>kartik patel</cp:lastModifiedBy>
  <cp:revision>3</cp:revision>
  <dcterms:created xsi:type="dcterms:W3CDTF">2026-06-08T15:30:07Z</dcterms:created>
  <dcterms:modified xsi:type="dcterms:W3CDTF">2026-06-08T15:40:19Z</dcterms:modified>
</cp:coreProperties>
</file>